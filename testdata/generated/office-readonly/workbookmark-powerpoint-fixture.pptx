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WorkBookmark fixture 1. This slide contains no user content.</a:t>
            </a:r>
          </a:p>
          <a:p>
            <a:r>
              <a:t>Capture slide 2, navigate to slide 1, then resume the saved bookmark.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WorkBookmark fixture 2. This slide contains no user content.</a:t>
            </a:r>
          </a:p>
          <a:p>
            <a:r>
              <a:t>Capture slide 2, navigate to slide 1, then resume the saved bookmark.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WorkBookmark fixture 3. This slide contains no user content.</a:t>
            </a:r>
          </a:p>
          <a:p>
            <a:r>
              <a:t>Capture slide 2, navigate to slide 1, then resume the saved bookmark.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WorkBookmark test fixture - no user content</dc:title>
  <dc:subject>Office capture and resume integration test</dc:subject>
  <dc:creator>WorkBookmark synthetic test generator</dc:creator>
  <cp:keywords/>
  <dc:description>generated using python-pptx</dc:description>
  <cp:lastModifiedBy>Steve Canny</cp:lastModifiedBy>
  <cp:revision>1</cp:revision>
  <dcterms:created xsi:type="dcterms:W3CDTF">2026-09-19T00:00:00Z</dcterms:created>
  <dcterms:modified xsi:type="dcterms:W3CDTF">2026-09-19T00:00:00Z</dcterms:modified>
  <cp:category/>
</cp:coreProperties>
</file>